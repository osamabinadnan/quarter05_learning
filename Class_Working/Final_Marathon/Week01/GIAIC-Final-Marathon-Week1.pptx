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GIAIC FINAL MARATHON  ·  WEEK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se Loop Engineering tak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Chaar topics, seedhi baat mein — jaise stage pe khara ho kar samjha rahe hon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937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Concept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4937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Paid as an FDE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4937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0" y="4937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Aug 15  ·  Sunday Aug 16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AAJ KA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Chaar Topics, Do Din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topic ek sawal ka jawab deta hai — hum wahi sawal se shuru karenge.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77340" y="2743200"/>
            <a:ext cx="640080" cy="64008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9" name="Text 7"/>
          <p:cNvSpPr/>
          <p:nvPr/>
        </p:nvSpPr>
        <p:spPr>
          <a:xfrm>
            <a:off x="15773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36118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Concept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343400"/>
            <a:ext cx="2295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ke bagair AI teacher kyun adhoora hai?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9659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57700" y="2743200"/>
            <a:ext cx="640080" cy="64008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4577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93592" y="36118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Paid as FDE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30168" y="4343400"/>
            <a:ext cx="2295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era mein paisa kaise banta hai?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9659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9659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38060" y="2743200"/>
            <a:ext cx="640080" cy="64008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380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73952" y="36118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Layers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0528" y="4343400"/>
            <a:ext cx="2295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 ho toh kaunsi layer todi jaye?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89720" y="19659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9720" y="19659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72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218420" y="2743200"/>
            <a:ext cx="640080" cy="64008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102184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354312" y="36118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Engineering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90888" y="4343400"/>
            <a:ext cx="2295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ko khud kaam karne kaise dein?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GIAIC Final Marathon — Week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ECOSYSTEM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ne Saari Books Parh Li Hain — Toh Ab Kya?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aur Claude ne sainkron database textbooks se seekha hai. Toh sawal seedha hai: agar AI ne pehle hi sab parh liya, ek aur book ki zaroorat kya hai?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 dhoondne ke liye, ek bare AI ko 'mujhe sikhao' bolo — 4 masle turant nazar aa jate hain: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578608" cy="3337560"/>
          </a:xfrm>
          <a:prstGeom prst="roundRect">
            <a:avLst>
              <a:gd name="adj" fmla="val 3546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baar naya jawab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baar poocho, do alag courses mil jate hain — koi fixed tarteeb nahi.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514600"/>
            <a:ext cx="2578608" cy="3337560"/>
          </a:xfrm>
          <a:prstGeom prst="roundRect">
            <a:avLst>
              <a:gd name="adj" fmla="val 3546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278892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Shuru aur akhir ghayab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74720" y="411480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mahine baat karo, phir bhi pata nahi chalega poora subject cover hua ya nahi.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514600"/>
            <a:ext cx="2578608" cy="3337560"/>
          </a:xfrm>
          <a:prstGeom prst="roundRect">
            <a:avLst>
              <a:gd name="adj" fmla="val 3546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78892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Kuch yaad nahi rehta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17920" y="411480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kahan ruke thay, kya seekh chuke — is sab ka koi record hi nahi.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78240" y="2514600"/>
            <a:ext cx="2578608" cy="3337560"/>
          </a:xfrm>
          <a:prstGeom prst="roundRect">
            <a:avLst>
              <a:gd name="adj" fmla="val 3546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006840" y="278892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90068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0" y="342900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Koi teaching tareeqa nahi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961120" y="411480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Pehle test le kar level check karna, phir sikhana — ye discipline missing hai.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Concept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ECOSYSTEM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Textbook Nahi — Ye Ab 'System of Record' Hai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 ledger aur spreadsheet mein farq ho toh ledger sahi hota hai — waise hi ab is book ka lafz hi authority hai. Ek governed source, do darwaze.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246888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141B47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697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Insaan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ke zariye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37033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usi tarteeb mein, jese author ne likhe — muft, seedha padho.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141B47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697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 ke zariye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7033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Wahi verified content, ab query karne layak — guesswork nahi, hawala sahi.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Concept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ECOSYSTEM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Seekhne ki Seerhi — Chaar Rungs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rung pichlay wale ki har cheez rakhta hai, aur sirf ek nayi cheez add karta hai.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75688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9293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paste karo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92938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 bhi chatbot ko book ka link do. Behtar hai, magar kuch bhi verified nahi, kuch yaad nahi rehta.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172968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02666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 connector lagao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02666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har jawab verified chapters se aata hai. Magar sequence, sawal, aur record — abhi bhi ghayab.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412394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Zia Tutor 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12394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Zia Khan ka digital twin hai — sawal karta hai, samajh check karta hai, aur yaad rakhta hai aap kahan ruke.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67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522122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Zia Developer AI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522122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Wahi book, ab construction mode mein — spec likhta hai, agent banata hai, test karke install karta hai.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Concept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ECOSYSTEM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 Idea Har Profession Pe Chalti Hai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Factory SoR</a:t>
            </a:r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algn="ctr" indent="0" marL="0">
              <a:buNone/>
            </a:pPr>
            <a:r>
              <a:rPr lang="en-US" sz="21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SoR</a:t>
            </a:r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Profession ke AI Workers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Misal: Sales SoR + Agent Factory SoR = Sales AI Workers. Formula ka pehla hissa kabhi nahi badalta — sirf vertical badalta hai.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— Kaam Kaise Banta Hai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023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Pehle se Ready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212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 se aata hai — qualification method, sawalat, common rules. Har client ko yeh milta hai, aur ye hamesha updated rehta hai.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84048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4023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46520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Aapki Customization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5212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is client ke paas jo hai — unka CRM, unke pricing rules, unki legal approval chain. Yehi FDE ka kaam hai, aur yehi paisa kamata hai.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Concept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GETTING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Cheezein Ek Sath Ho Rahi 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taraf logon ke paas kaam nahi. Doosri taraf companies ke paas kaam hai magar tareeqa nahi. Beech ka gap khali hai.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03520" cy="3794760"/>
          </a:xfrm>
          <a:prstGeom prst="roundRect">
            <a:avLst>
              <a:gd name="adj" fmla="val 2410"/>
            </a:avLst>
          </a:prstGeom>
          <a:solidFill>
            <a:srgbClr val="141B47"/>
          </a:solidFill>
          <a:ln w="9525">
            <a:solidFill>
              <a:srgbClr val="E8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 ko job nahi mil rahi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3319272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1363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code AI khud likh raha hai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032504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4962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boards bhare pade hain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745736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562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 ek dusre se, aur model se, compete kar rahe hain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194560"/>
            <a:ext cx="5303520" cy="3794760"/>
          </a:xfrm>
          <a:prstGeom prst="roundRect">
            <a:avLst>
              <a:gd name="adj" fmla="val 2410"/>
            </a:avLst>
          </a:prstGeom>
          <a:solidFill>
            <a:srgbClr val="141B47"/>
          </a:solidFill>
          <a:ln w="9525">
            <a:solidFill>
              <a:srgbClr val="E8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377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ka AI kaam nahi kar raha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46520" y="3319272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1363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enterprise AI pilots ka koi financial return nahi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4032504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84962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kamzor nahi — koi bhi AI ko company ke real data, rules mein fit nahi kar raha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4745736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562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hi asal masla hai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Paid as an FDE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GETTING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Hamara Jawab: Vendor-Neutral Vertical FDE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lafz, do masle. Har lafz apna kaam karta hai.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3035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Vendor-Neutral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ka masla theek karta hai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 ek company (OpenAI, Google) ke platform se bandhay nahi. Behtar model aaye, client aaraam se switch kar sakta hai.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828800"/>
            <a:ext cx="53035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828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 haath wala masla theek karta hai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1089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profession, ek mulk mein specialize — jaise 'Pakistan mein tax filing.' Ye woh asset hai jo aap ke saath rehta hai.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Zaroori shart: ek 'signed expert' chahiye jo aapke saath commit ho — warna 'service ladder' pe kaam karo (client ke liye SoR aur AI Workers banao), bina vertical ke bhi chal jata hai.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Paid as an FDE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GETTING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Paisa Kamane Ke Teen Darwaze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Teeno ek hi asset se nikalte hain — bas contract badalta hai. Zyada tar log teeno order mein use karte hain.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Apna proven kaam dikhao, khaaskar wo firms jahan tenure gate nahi. Resume ki sabse alag line: ek governed slice, jo screener ne pehle kabhi nahi dekhi.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194560"/>
            <a:ext cx="594360" cy="59436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 / Retainer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 se hi Chicago ka client mil sakta hai. Pehla project chota hoga (kuch sau se lekar kuch hazar dollar), phir retainer ban jata hai.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19202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194560"/>
            <a:ext cx="594360" cy="59436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Apna Startup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9718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ban jata hai ek business jo aap expert ke sath co-own karte hain — twin, domain products, aur retainer engagements se kamata hai.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Paid as an FDE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THE FOUR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Minute, $50, Aur Kuch Bhi Kaam Ka Nahi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40 minute chalta hai, $50 kharch karta hai, kuch nahi banta. Log kya karte hain? Prompt rewrite karte hain — jabke masla kahin aur tha.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alag 'containers', ek dusre ke andar — sab ka apna kaam hai: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234440" y="246888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9050">
            <a:solidFill>
              <a:srgbClr val="E8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4688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Pura run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0" y="33832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9050">
            <a:solidFill>
              <a:srgbClr val="D99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3832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Ek 'beat'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88920" y="4297680"/>
            <a:ext cx="658368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9050">
            <a:solidFill>
              <a:srgbClr val="B7C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42976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Window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66160" y="52120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41B47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5212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Ek model call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THE FOUR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Chaar Layers, Chaar Alag Kaam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051560"/>
          </a:xfrm>
          <a:prstGeom prst="rect">
            <a:avLst/>
          </a:prstGeom>
          <a:solidFill>
            <a:srgbClr val="E8A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34640" y="1508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model 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5087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 aap type karte hain — sawal, misal, format.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06040"/>
            <a:ext cx="109728" cy="1051560"/>
          </a:xfrm>
          <a:prstGeom prst="rect">
            <a:avLst/>
          </a:prstGeom>
          <a:solidFill>
            <a:srgbClr val="D99A4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97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4640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26974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kya dekh sakta hai — files, purani baatein, tool results.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94760"/>
            <a:ext cx="109728" cy="1051560"/>
          </a:xfrm>
          <a:prstGeom prst="rect">
            <a:avLst/>
          </a:prstGeom>
          <a:solidFill>
            <a:srgbClr val="6E86C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86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3886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'beat'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8862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 lekar agent ke quiet hone tak — sara process.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983480"/>
            <a:ext cx="10972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74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834640" y="5074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 run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50749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 beats ko start, judge, aur remember karta hai.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THE FOUR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 Line Yaad Rakhni Hai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41B47"/>
          </a:solidFill>
          <a:ln w="12700">
            <a:solidFill>
              <a:srgbClr val="E8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Achha prompt bhi bad context mein fail hota hai. Achha context bhi bina harness ke fail hota hai. Achha harness bhi bina loop ke khali baitha rehta hai.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agent fail ho — sabse pehle poocho: 'kaunsi layer break hui?'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141B4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Kaam sahi, shape/tone galat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3364992"/>
            <a:ext cx="1783080" cy="420624"/>
          </a:xfrm>
          <a:prstGeom prst="roundRect">
            <a:avLst>
              <a:gd name="adj" fmla="val 65217"/>
            </a:avLst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33649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141B4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776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magar factually galat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4050792"/>
            <a:ext cx="1783080" cy="420624"/>
          </a:xfrm>
          <a:prstGeom prst="roundRect">
            <a:avLst>
              <a:gd name="adj" fmla="val 65217"/>
            </a:avLst>
          </a:prstGeom>
          <a:solidFill>
            <a:srgbClr val="E8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40507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141B4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634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'Done' bola, verify nahi kiya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4736592"/>
            <a:ext cx="1783080" cy="420624"/>
          </a:xfrm>
          <a:prstGeom prst="roundRect">
            <a:avLst>
              <a:gd name="adj" fmla="val 65217"/>
            </a:avLst>
          </a:prstGeom>
          <a:solidFill>
            <a:srgbClr val="E8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47365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141B4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492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Baar baar wahi ghalti, rukta nahi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9320" y="5422392"/>
            <a:ext cx="1783080" cy="420624"/>
          </a:xfrm>
          <a:prstGeom prst="roundRect">
            <a:avLst>
              <a:gd name="adj" fmla="val 65217"/>
            </a:avLst>
          </a:prstGeom>
          <a:solidFill>
            <a:srgbClr val="E8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54223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75320" y="3291840"/>
            <a:ext cx="3246120" cy="2926080"/>
          </a:xfrm>
          <a:prstGeom prst="roundRect">
            <a:avLst>
              <a:gd name="adj" fmla="val 3125"/>
            </a:avLst>
          </a:prstGeom>
          <a:solidFill>
            <a:srgbClr val="141B47"/>
          </a:solidFill>
          <a:ln w="9525">
            <a:solidFill>
              <a:srgbClr val="E8A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03920" y="38404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do options equally sahi hon (jaise invoice 2 payments se match ho), toh agent guess na kare.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03920" y="4892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khatarnak hai — ghalat jawab bhi sahi jaisa dikhta hai. Kisi insaan se poocho, phir agent aage badhe.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LOOP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Se Looping Tak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Pehle: aap agent ko prompt karte thay, khud dekhte, khud agla prompt dete. Ab: ek loop design karte hain jo khud yeh sab karta hai.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9535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706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har turn shuru karte hain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82219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393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output parh kar decide karte hain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469087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5079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type karna band karo, kaam ruk jata hai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240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46520" y="2953512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7706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ya event turn shuru karta hai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46520" y="3822192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6393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checker output check karta hai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4690872"/>
            <a:ext cx="109728" cy="10972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5079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so rahe hon tab bhi chalta rehta hai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LOOP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 Loop Ke Chhe Parts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 se important: 'no spine, no loop' — bina memory ke, loop apna pehla step hi baar baar dohrata rahega.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48840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1305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Heartbeat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 loop ko start karta hai — schedule ya event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462272" y="2148840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66360" y="21305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Worktree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taky do agents ek dusre ka kaam kharab na karein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19872" y="2148840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23960" y="21305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38160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knowledge, taky har baar dobara na likhni pade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343400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43251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split — ek banaye, dusra check kare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462272" y="4343400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66360" y="43251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 (MCP)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48056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action lena — PR kholna, Slack pe post karna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86384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343400"/>
            <a:ext cx="548640" cy="54864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8119872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823960" y="43251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13816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jo beats ke darmiyan record rakhti hai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LOOP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Chaar Heartbeats — Har Ek Ki Apni Analogy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141B47"/>
          </a:solidFill>
          <a:ln w="9525">
            <a:solidFill>
              <a:srgbClr val="E8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E8A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 Timer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tak aap kitchen mein ho, tab tak bajta rahega. Session band, kaam band.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141B47"/>
          </a:solidFill>
          <a:ln w="9525">
            <a:solidFill>
              <a:srgbClr val="E8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60020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E8A93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600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Taster ka Faisla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297180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tak taster na kahe 'ready hai,' pakate raho. Ek command decide karta hai, agent khud nahi.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141B47"/>
          </a:solidFill>
          <a:ln w="9525">
            <a:solidFill>
              <a:srgbClr val="E8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0020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E8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00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Clock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297180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ghar ho ya nahi, waqt pe bajta hai. Laptop band ho tab bhi chal sakta hai.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141B47"/>
          </a:solidFill>
          <a:ln w="9525">
            <a:solidFill>
              <a:srgbClr val="E8A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160020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E8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1600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544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Doorbell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297180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tak koi bell na baje, kuch nahi hota. PR khula, message aaya — turant react.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rule: jo agent kaam kare, wahi apna kaam approve nahi karega. Dusra agent ya command check karega.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YAAD RAKHNE WALI 4 BAATEIN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Chalte Chalte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ek 'System of Record' hai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17320" y="2514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Insaan aur AI dono usi ek truth se seekhtay hain.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063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Vendor-neutral, vertical FDE bano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17320" y="3474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 platform se na bandho — ek profession mein gehrai paida karo.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4023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pehchano, phir theek karo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17320" y="4434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Context, Harness, ya Loop — kaunsi tooti, pehle yeh poocho.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4983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Maker apna checker nahi ho sakta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5394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loop mein — kaam koi aur kare, check koi aur kare.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Shukriya — sawal poochne mein sharmana mat!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2026-08-11T12:02:15Z</dcterms:created>
  <dcterms:modified xsi:type="dcterms:W3CDTF">2026-08-11T12:02:15Z</dcterms:modified>
</cp:coreProperties>
</file>